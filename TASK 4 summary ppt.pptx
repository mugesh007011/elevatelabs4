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3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4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  <p:sldMasterId id="2147483695" r:id="rId2"/>
    <p:sldMasterId id="2147483714" r:id="rId3"/>
    <p:sldMasterId id="2147483732" r:id="rId4"/>
    <p:sldMasterId id="2147483750" r:id="rId5"/>
  </p:sldMasterIdLst>
  <p:sldIdLst>
    <p:sldId id="256" r:id="rId6"/>
    <p:sldId id="257" r:id="rId7"/>
    <p:sldId id="258" r:id="rId8"/>
    <p:sldId id="259" r:id="rId9"/>
    <p:sldId id="260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1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39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690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713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708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75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567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31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12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388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130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1906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90030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33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354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454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8177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2481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6341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6366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3014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0574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4585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507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695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8759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6419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219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810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209829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6393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0549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789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028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123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1640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3130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697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75856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6709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1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239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9056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4597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011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09131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0014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8177" y="3771174"/>
            <a:ext cx="5540814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20284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3124201"/>
            <a:ext cx="6620968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196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29634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58313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78002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43438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686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50684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9903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6736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67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9227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09506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84219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4439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66317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1967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228617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00404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1323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75256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56451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1520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66852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576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7901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81759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44326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2378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0425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22171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04383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19900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4776114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08801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165116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16520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0058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00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2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82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81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71.xml"/><Relationship Id="rId16" Type="http://schemas.openxmlformats.org/officeDocument/2006/relationships/slideLayout" Target="../slideLayouts/slideLayout85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6886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351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4000"/>
                </a:schemeClr>
              </a:gs>
              <a:gs pos="73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0000"/>
                </a:schemeClr>
              </a:gs>
              <a:gs pos="66000">
                <a:schemeClr val="accent1">
                  <a:lumMod val="60000"/>
                  <a:lumOff val="40000"/>
                  <a:alpha val="0"/>
                </a:schemeClr>
              </a:gs>
              <a:gs pos="31000">
                <a:schemeClr val="accent1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1000"/>
                </a:schemeClr>
              </a:gs>
              <a:gs pos="75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8000"/>
                </a:schemeClr>
              </a:gs>
              <a:gs pos="72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6526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7115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003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/>
              <a:t>Sales Performance Dashboard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b="1" dirty="0"/>
              <a:t>Data Analyst Internship – Task 4</a:t>
            </a:r>
          </a:p>
          <a:p>
            <a:r>
              <a:rPr b="1" dirty="0"/>
              <a:t>Prepared By: M. </a:t>
            </a:r>
            <a:r>
              <a:rPr b="1" dirty="0" err="1"/>
              <a:t>Mugeshkumar</a:t>
            </a:r>
            <a:endParaRPr b="1" dirty="0"/>
          </a:p>
          <a:p>
            <a:r>
              <a:rPr b="1" dirty="0"/>
              <a:t>Tool Used: Power BI / Tableau</a:t>
            </a:r>
          </a:p>
          <a:p>
            <a:r>
              <a:rPr b="1" dirty="0"/>
              <a:t>Dataset: Sales Financial Dataset (Kaggle)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Objective: Design an interactive dashboard for business stakeholders.</a:t>
            </a:r>
          </a:p>
          <a:p>
            <a:endParaRPr/>
          </a:p>
          <a:p>
            <a:r>
              <a:t>Dataset Details:</a:t>
            </a:r>
          </a:p>
          <a:p>
            <a:r>
              <a:t>• Sales transactions dataset from Kaggle</a:t>
            </a:r>
          </a:p>
          <a:p>
            <a:r>
              <a:t>• Includes Sales, Profit, Category, Region, and Order Date</a:t>
            </a:r>
          </a:p>
          <a:p>
            <a:endParaRPr/>
          </a:p>
          <a:p>
            <a:r>
              <a:t>Tools Used:</a:t>
            </a:r>
          </a:p>
          <a:p>
            <a:r>
              <a:t>• Power BI / Tableau</a:t>
            </a:r>
          </a:p>
          <a:p>
            <a:r>
              <a:t>• Microsoft PowerPoint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KPIs:</a:t>
            </a:r>
          </a:p>
          <a:p>
            <a:r>
              <a:t>• Total Sales</a:t>
            </a:r>
          </a:p>
          <a:p>
            <a:r>
              <a:t>• Total Profit</a:t>
            </a:r>
          </a:p>
          <a:p>
            <a:r>
              <a:t>• Total Orders</a:t>
            </a:r>
          </a:p>
          <a:p>
            <a:r>
              <a:t>• Profit Margin</a:t>
            </a:r>
          </a:p>
          <a:p>
            <a:r>
              <a:t>• Average Order Value</a:t>
            </a:r>
          </a:p>
          <a:p>
            <a:endParaRPr/>
          </a:p>
          <a:p>
            <a:r>
              <a:t>Interactive Features:</a:t>
            </a:r>
          </a:p>
          <a:p>
            <a:r>
              <a:t>• Filters/Slicers</a:t>
            </a:r>
          </a:p>
          <a:p>
            <a:r>
              <a:t>• Dynamic Charts</a:t>
            </a:r>
          </a:p>
          <a:p>
            <a:r>
              <a:t>• KPI Cards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Sales showed steady growth over time</a:t>
            </a:r>
          </a:p>
          <a:p>
            <a:r>
              <a:t>• Technology category generated highest revenue</a:t>
            </a:r>
          </a:p>
          <a:p>
            <a:r>
              <a:t>• West region recorded highest sales</a:t>
            </a:r>
          </a:p>
          <a:p>
            <a:r>
              <a:t>• Top-selling products contributed significantly to revenue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Conclusion:</a:t>
            </a:r>
          </a:p>
          <a:p>
            <a:r>
              <a:rPr dirty="0"/>
              <a:t>Dashboard provides a clear view of business performance.</a:t>
            </a:r>
          </a:p>
          <a:p>
            <a:endParaRPr dirty="0"/>
          </a:p>
          <a:p>
            <a:r>
              <a:rPr dirty="0"/>
              <a:t>Recommendations:</a:t>
            </a:r>
          </a:p>
          <a:p>
            <a:r>
              <a:rPr dirty="0"/>
              <a:t>• Focus on high-performing regions</a:t>
            </a:r>
          </a:p>
          <a:p>
            <a:r>
              <a:rPr dirty="0"/>
              <a:t>• Improve low-performing regions</a:t>
            </a:r>
          </a:p>
          <a:p>
            <a:r>
              <a:rPr dirty="0"/>
              <a:t>• Monitor profit margins regularly</a:t>
            </a:r>
          </a:p>
          <a:p>
            <a:pPr marL="0" indent="0">
              <a:buNone/>
            </a:pPr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3.xml><?xml version="1.0" encoding="utf-8"?>
<a:theme xmlns:a="http://schemas.openxmlformats.org/drawingml/2006/main" name="1_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tint val="100000"/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4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5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169</Words>
  <Application>Microsoft Office PowerPoint</Application>
  <PresentationFormat>On-screen Show (4:3)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Century Gothic</vt:lpstr>
      <vt:lpstr>Tw Cen MT</vt:lpstr>
      <vt:lpstr>Wingdings 3</vt:lpstr>
      <vt:lpstr>Ion</vt:lpstr>
      <vt:lpstr>Droplet</vt:lpstr>
      <vt:lpstr>1_Ion</vt:lpstr>
      <vt:lpstr>Vapor Trail</vt:lpstr>
      <vt:lpstr>Wisp</vt:lpstr>
      <vt:lpstr>Sales Performance Dashboard Analysis</vt:lpstr>
      <vt:lpstr>Project Overview</vt:lpstr>
      <vt:lpstr>Dashboard Features</vt:lpstr>
      <vt:lpstr>Key Insights</vt:lpstr>
      <vt:lpstr>Conclusion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MUGESHKUMAR M</cp:lastModifiedBy>
  <cp:revision>2</cp:revision>
  <dcterms:created xsi:type="dcterms:W3CDTF">2013-01-27T09:14:16Z</dcterms:created>
  <dcterms:modified xsi:type="dcterms:W3CDTF">2026-06-04T15:34:28Z</dcterms:modified>
  <cp:category/>
</cp:coreProperties>
</file>